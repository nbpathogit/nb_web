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9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8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0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9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7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8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2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6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64DE4-516F-4522-8587-8894C72B8AA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A2E51-792B-40CD-9F79-0E892917E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077432"/>
              </p:ext>
            </p:extLst>
          </p:nvPr>
        </p:nvGraphicFramePr>
        <p:xfrm>
          <a:off x="2771190" y="1632857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105280"/>
              </p:ext>
            </p:extLst>
          </p:nvPr>
        </p:nvGraphicFramePr>
        <p:xfrm>
          <a:off x="4211214" y="1632857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00899"/>
              </p:ext>
            </p:extLst>
          </p:nvPr>
        </p:nvGraphicFramePr>
        <p:xfrm>
          <a:off x="5651238" y="1632857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60324"/>
              </p:ext>
            </p:extLst>
          </p:nvPr>
        </p:nvGraphicFramePr>
        <p:xfrm>
          <a:off x="2771190" y="3016898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152728"/>
              </p:ext>
            </p:extLst>
          </p:nvPr>
        </p:nvGraphicFramePr>
        <p:xfrm>
          <a:off x="4211213" y="3016898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252784"/>
              </p:ext>
            </p:extLst>
          </p:nvPr>
        </p:nvGraphicFramePr>
        <p:xfrm>
          <a:off x="5651237" y="3016898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394790" y="1306286"/>
            <a:ext cx="6690049" cy="4861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771190" y="453660"/>
            <a:ext cx="0" cy="551912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394790" y="453660"/>
            <a:ext cx="0" cy="5126476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912533" y="453660"/>
            <a:ext cx="0" cy="551912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4211213" y="453660"/>
            <a:ext cx="18227" cy="551912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352556" y="453660"/>
            <a:ext cx="0" cy="551912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651237" y="453660"/>
            <a:ext cx="0" cy="544130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075994" y="4099250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075993" y="3016898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1075992" y="2683082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1075991" y="1632857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075990" y="1299041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58481"/>
              </p:ext>
            </p:extLst>
          </p:nvPr>
        </p:nvGraphicFramePr>
        <p:xfrm>
          <a:off x="2771190" y="4461870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153226"/>
              </p:ext>
            </p:extLst>
          </p:nvPr>
        </p:nvGraphicFramePr>
        <p:xfrm>
          <a:off x="4211213" y="4461870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66592"/>
              </p:ext>
            </p:extLst>
          </p:nvPr>
        </p:nvGraphicFramePr>
        <p:xfrm>
          <a:off x="5651237" y="4461870"/>
          <a:ext cx="1141343" cy="1082352"/>
        </p:xfrm>
        <a:graphic>
          <a:graphicData uri="http://schemas.openxmlformats.org/drawingml/2006/table">
            <a:tbl>
              <a:tblPr/>
              <a:tblGrid>
                <a:gridCol w="1141343">
                  <a:extLst>
                    <a:ext uri="{9D8B030D-6E8A-4147-A177-3AD203B41FA5}">
                      <a16:colId xmlns:a16="http://schemas.microsoft.com/office/drawing/2014/main" val="282769261"/>
                    </a:ext>
                  </a:extLst>
                </a:gridCol>
              </a:tblGrid>
              <a:tr h="10823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mpd="sng">
                      <a:solidFill>
                        <a:schemeClr val="tx1"/>
                      </a:solidFill>
                      <a:prstDash val="solid"/>
                    </a:lnR>
                    <a:lnT w="76200" cmpd="sng">
                      <a:solidFill>
                        <a:schemeClr val="tx1"/>
                      </a:solidFill>
                      <a:prstDash val="solid"/>
                    </a:lnT>
                    <a:lnB w="762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53217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 flipH="1">
            <a:off x="1114698" y="4457948"/>
            <a:ext cx="6073835" cy="3212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57116" y="184829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smtClean="0"/>
              <a:t>X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3942205" y="171858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2178" y="220493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92099" y="1331168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smtClean="0"/>
              <a:t>Y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805096" y="2699145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273" y="4131377"/>
            <a:ext cx="2277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1645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อนุชิต ชุมทอง</dc:creator>
  <cp:lastModifiedBy>อนุชิต ชุมทอง</cp:lastModifiedBy>
  <cp:revision>5</cp:revision>
  <dcterms:created xsi:type="dcterms:W3CDTF">2026-01-15T15:00:40Z</dcterms:created>
  <dcterms:modified xsi:type="dcterms:W3CDTF">2026-01-16T02:12:39Z</dcterms:modified>
</cp:coreProperties>
</file>